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39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297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94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49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51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40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45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63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80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26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17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25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A7BD7-1855-4E90-85DD-4612D4E97D43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B8E7D-BADA-48AF-B70F-775B3CCF49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68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fif"/><Relationship Id="rId7" Type="http://schemas.openxmlformats.org/officeDocument/2006/relationships/image" Target="../media/image6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fif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fif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3" b="14814"/>
          <a:stretch/>
        </p:blipFill>
        <p:spPr>
          <a:xfrm>
            <a:off x="8111840" y="2300436"/>
            <a:ext cx="3533775" cy="1911653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589" y="4478152"/>
            <a:ext cx="1772923" cy="1646831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111840" y="4365965"/>
            <a:ext cx="3543400" cy="1871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8201225" y="4347460"/>
            <a:ext cx="18256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Drive </a:t>
            </a:r>
          </a:p>
          <a:p>
            <a:r>
              <a:rPr lang="fr-FR" sz="2800" b="1" dirty="0" smtClean="0"/>
              <a:t>Encadrants</a:t>
            </a:r>
            <a:endParaRPr lang="fr-FR" sz="2800" b="1" dirty="0"/>
          </a:p>
        </p:txBody>
      </p:sp>
      <p:sp>
        <p:nvSpPr>
          <p:cNvPr id="30" name="Rectangle 29"/>
          <p:cNvSpPr/>
          <p:nvPr/>
        </p:nvSpPr>
        <p:spPr>
          <a:xfrm>
            <a:off x="4300237" y="382253"/>
            <a:ext cx="3543400" cy="1871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539" y="460724"/>
            <a:ext cx="1674162" cy="1674162"/>
          </a:xfrm>
          <a:prstGeom prst="rect">
            <a:avLst/>
          </a:prstGeom>
        </p:spPr>
      </p:pic>
      <p:sp>
        <p:nvSpPr>
          <p:cNvPr id="31" name="ZoneTexte 30"/>
          <p:cNvSpPr txBox="1"/>
          <p:nvPr/>
        </p:nvSpPr>
        <p:spPr>
          <a:xfrm>
            <a:off x="4533297" y="678540"/>
            <a:ext cx="1649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chemeClr val="bg1"/>
                </a:solidFill>
                <a:latin typeface="Gill Sans Ultra Bold" panose="020B0A02020104020203" pitchFamily="34" charset="0"/>
              </a:rPr>
              <a:t>PMP6</a:t>
            </a:r>
            <a:endParaRPr lang="fr-FR" sz="3200" b="1" dirty="0">
              <a:solidFill>
                <a:schemeClr val="bg1"/>
              </a:solidFill>
              <a:latin typeface="Gill Sans Ultra Bold" panose="020B0A02020104020203" pitchFamily="34" charset="0"/>
            </a:endParaRP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8" b="21849"/>
          <a:stretch/>
        </p:blipFill>
        <p:spPr>
          <a:xfrm>
            <a:off x="4312542" y="2352701"/>
            <a:ext cx="3531095" cy="1709159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02" b="23550"/>
          <a:stretch/>
        </p:blipFill>
        <p:spPr>
          <a:xfrm>
            <a:off x="4330765" y="4212089"/>
            <a:ext cx="3512872" cy="2025082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2670"/>
          <a:stretch/>
        </p:blipFill>
        <p:spPr>
          <a:xfrm>
            <a:off x="8111839" y="288690"/>
            <a:ext cx="3533775" cy="1846196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8" b="25406"/>
          <a:stretch/>
        </p:blipFill>
        <p:spPr>
          <a:xfrm>
            <a:off x="841435" y="387415"/>
            <a:ext cx="3324701" cy="1866043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2" b="22081"/>
          <a:stretch/>
        </p:blipFill>
        <p:spPr>
          <a:xfrm>
            <a:off x="841434" y="2352701"/>
            <a:ext cx="3324701" cy="1709160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17" b="8315"/>
          <a:stretch/>
        </p:blipFill>
        <p:spPr>
          <a:xfrm>
            <a:off x="855598" y="4212088"/>
            <a:ext cx="3310537" cy="161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1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589" y="4478152"/>
            <a:ext cx="1772923" cy="16468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11840" y="4365965"/>
            <a:ext cx="3543400" cy="1871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8201225" y="4347460"/>
            <a:ext cx="25321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Drive </a:t>
            </a:r>
          </a:p>
          <a:p>
            <a:r>
              <a:rPr lang="fr-FR" sz="2800" b="1" dirty="0" smtClean="0"/>
              <a:t>Martin-Pêcheur</a:t>
            </a:r>
            <a:endParaRPr lang="fr-FR" sz="28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589" y="2476253"/>
            <a:ext cx="1772923" cy="16468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11840" y="2364066"/>
            <a:ext cx="3543400" cy="1871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201225" y="2345561"/>
            <a:ext cx="22826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Drive </a:t>
            </a:r>
          </a:p>
          <a:p>
            <a:r>
              <a:rPr lang="fr-FR" sz="2800" b="1" dirty="0" smtClean="0"/>
              <a:t>Compresseurs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9235770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34811</TotalTime>
  <Words>7</Words>
  <Application>Microsoft Office PowerPoint</Application>
  <PresentationFormat>Grand écran</PresentationFormat>
  <Paragraphs>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Gill Sans Ultra Bold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holleville</dc:creator>
  <cp:lastModifiedBy>holleville</cp:lastModifiedBy>
  <cp:revision>7</cp:revision>
  <dcterms:created xsi:type="dcterms:W3CDTF">2026-07-20T11:31:13Z</dcterms:created>
  <dcterms:modified xsi:type="dcterms:W3CDTF">2026-08-13T15:42:40Z</dcterms:modified>
</cp:coreProperties>
</file>