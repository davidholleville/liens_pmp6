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61" autoAdjust="0"/>
    <p:restoredTop sz="94660"/>
  </p:normalViewPr>
  <p:slideViewPr>
    <p:cSldViewPr snapToGrid="0">
      <p:cViewPr varScale="1">
        <p:scale>
          <a:sx n="99" d="100"/>
          <a:sy n="99" d="100"/>
        </p:scale>
        <p:origin x="78" y="6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A7BD7-1855-4E90-85DD-4612D4E97D43}" type="datetimeFigureOut">
              <a:rPr lang="fr-FR" smtClean="0"/>
              <a:t>20/07/2026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B8E7D-BADA-48AF-B70F-775B3CCF493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29726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A7BD7-1855-4E90-85DD-4612D4E97D43}" type="datetimeFigureOut">
              <a:rPr lang="fr-FR" smtClean="0"/>
              <a:t>20/07/2026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B8E7D-BADA-48AF-B70F-775B3CCF493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941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A7BD7-1855-4E90-85DD-4612D4E97D43}" type="datetimeFigureOut">
              <a:rPr lang="fr-FR" smtClean="0"/>
              <a:t>20/07/2026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B8E7D-BADA-48AF-B70F-775B3CCF493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2490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A7BD7-1855-4E90-85DD-4612D4E97D43}" type="datetimeFigureOut">
              <a:rPr lang="fr-FR" smtClean="0"/>
              <a:t>20/07/2026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B8E7D-BADA-48AF-B70F-775B3CCF493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3512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A7BD7-1855-4E90-85DD-4612D4E97D43}" type="datetimeFigureOut">
              <a:rPr lang="fr-FR" smtClean="0"/>
              <a:t>20/07/2026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B8E7D-BADA-48AF-B70F-775B3CCF493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0405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A7BD7-1855-4E90-85DD-4612D4E97D43}" type="datetimeFigureOut">
              <a:rPr lang="fr-FR" smtClean="0"/>
              <a:t>20/07/2026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B8E7D-BADA-48AF-B70F-775B3CCF493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3450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A7BD7-1855-4E90-85DD-4612D4E97D43}" type="datetimeFigureOut">
              <a:rPr lang="fr-FR" smtClean="0"/>
              <a:t>20/07/2026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B8E7D-BADA-48AF-B70F-775B3CCF493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46325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A7BD7-1855-4E90-85DD-4612D4E97D43}" type="datetimeFigureOut">
              <a:rPr lang="fr-FR" smtClean="0"/>
              <a:t>20/07/2026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B8E7D-BADA-48AF-B70F-775B3CCF493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9805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A7BD7-1855-4E90-85DD-4612D4E97D43}" type="datetimeFigureOut">
              <a:rPr lang="fr-FR" smtClean="0"/>
              <a:t>20/07/2026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B8E7D-BADA-48AF-B70F-775B3CCF493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362641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A7BD7-1855-4E90-85DD-4612D4E97D43}" type="datetimeFigureOut">
              <a:rPr lang="fr-FR" smtClean="0"/>
              <a:t>20/07/2026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B8E7D-BADA-48AF-B70F-775B3CCF493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61722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A7BD7-1855-4E90-85DD-4612D4E97D43}" type="datetimeFigureOut">
              <a:rPr lang="fr-FR" smtClean="0"/>
              <a:t>20/07/2026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B8E7D-BADA-48AF-B70F-775B3CCF493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32595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A7BD7-1855-4E90-85DD-4612D4E97D43}" type="datetimeFigureOut">
              <a:rPr lang="fr-FR" smtClean="0"/>
              <a:t>20/07/2026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5B8E7D-BADA-48AF-B70F-775B3CCF493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56847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jfif"/><Relationship Id="rId7" Type="http://schemas.openxmlformats.org/officeDocument/2006/relationships/image" Target="../media/image6.jfif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fif"/><Relationship Id="rId5" Type="http://schemas.openxmlformats.org/officeDocument/2006/relationships/image" Target="../media/image4.jpeg"/><Relationship Id="rId4" Type="http://schemas.openxmlformats.org/officeDocument/2006/relationships/image" Target="../media/image3.jf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23" b="14814"/>
          <a:stretch/>
        </p:blipFill>
        <p:spPr>
          <a:xfrm>
            <a:off x="8111840" y="2300436"/>
            <a:ext cx="3533775" cy="1911653"/>
          </a:xfrm>
          <a:prstGeom prst="rect">
            <a:avLst/>
          </a:prstGeom>
        </p:spPr>
      </p:pic>
      <p:pic>
        <p:nvPicPr>
          <p:cNvPr id="26" name="Image 2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6589" y="4478152"/>
            <a:ext cx="1772923" cy="1646831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8111840" y="4365965"/>
            <a:ext cx="3543400" cy="187120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ZoneTexte 27"/>
          <p:cNvSpPr txBox="1"/>
          <p:nvPr/>
        </p:nvSpPr>
        <p:spPr>
          <a:xfrm>
            <a:off x="8201225" y="4347460"/>
            <a:ext cx="182562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 smtClean="0"/>
              <a:t>Drive </a:t>
            </a:r>
          </a:p>
          <a:p>
            <a:r>
              <a:rPr lang="fr-FR" sz="2800" b="1" dirty="0" smtClean="0"/>
              <a:t>Encadrants</a:t>
            </a:r>
            <a:endParaRPr lang="fr-FR" sz="2800" b="1" dirty="0"/>
          </a:p>
        </p:txBody>
      </p:sp>
      <p:sp>
        <p:nvSpPr>
          <p:cNvPr id="30" name="Rectangle 29"/>
          <p:cNvSpPr/>
          <p:nvPr/>
        </p:nvSpPr>
        <p:spPr>
          <a:xfrm>
            <a:off x="4300237" y="382253"/>
            <a:ext cx="3543400" cy="187120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9" name="Image 2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6539" y="460724"/>
            <a:ext cx="1674162" cy="1674162"/>
          </a:xfrm>
          <a:prstGeom prst="rect">
            <a:avLst/>
          </a:prstGeom>
        </p:spPr>
      </p:pic>
      <p:sp>
        <p:nvSpPr>
          <p:cNvPr id="31" name="ZoneTexte 30"/>
          <p:cNvSpPr txBox="1"/>
          <p:nvPr/>
        </p:nvSpPr>
        <p:spPr>
          <a:xfrm>
            <a:off x="4533297" y="678540"/>
            <a:ext cx="16498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dirty="0" smtClean="0">
                <a:solidFill>
                  <a:schemeClr val="bg1"/>
                </a:solidFill>
                <a:latin typeface="Gill Sans Ultra Bold" panose="020B0A02020104020203" pitchFamily="34" charset="0"/>
              </a:rPr>
              <a:t>PMP6</a:t>
            </a:r>
            <a:endParaRPr lang="fr-FR" sz="3200" b="1" dirty="0">
              <a:solidFill>
                <a:schemeClr val="bg1"/>
              </a:solidFill>
              <a:latin typeface="Gill Sans Ultra Bold" panose="020B0A02020104020203" pitchFamily="34" charset="0"/>
            </a:endParaRPr>
          </a:p>
        </p:txBody>
      </p:sp>
      <p:pic>
        <p:nvPicPr>
          <p:cNvPr id="32" name="Image 31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748" b="21849"/>
          <a:stretch/>
        </p:blipFill>
        <p:spPr>
          <a:xfrm>
            <a:off x="4312542" y="2352701"/>
            <a:ext cx="3531095" cy="1709159"/>
          </a:xfrm>
          <a:prstGeom prst="rect">
            <a:avLst/>
          </a:prstGeom>
        </p:spPr>
      </p:pic>
      <p:pic>
        <p:nvPicPr>
          <p:cNvPr id="33" name="Image 32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02" b="23550"/>
          <a:stretch/>
        </p:blipFill>
        <p:spPr>
          <a:xfrm>
            <a:off x="4330765" y="4212089"/>
            <a:ext cx="3512872" cy="2025082"/>
          </a:xfrm>
          <a:prstGeom prst="rect">
            <a:avLst/>
          </a:prstGeom>
        </p:spPr>
      </p:pic>
      <p:pic>
        <p:nvPicPr>
          <p:cNvPr id="34" name="Image 33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32670"/>
          <a:stretch/>
        </p:blipFill>
        <p:spPr>
          <a:xfrm>
            <a:off x="8111839" y="288690"/>
            <a:ext cx="3533775" cy="1846196"/>
          </a:xfrm>
          <a:prstGeom prst="rect">
            <a:avLst/>
          </a:prstGeom>
        </p:spPr>
      </p:pic>
      <p:pic>
        <p:nvPicPr>
          <p:cNvPr id="35" name="Image 34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68" b="25406"/>
          <a:stretch/>
        </p:blipFill>
        <p:spPr>
          <a:xfrm>
            <a:off x="841435" y="387415"/>
            <a:ext cx="3324701" cy="1866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11910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3</Words>
  <Application>Microsoft Office PowerPoint</Application>
  <PresentationFormat>Grand écran</PresentationFormat>
  <Paragraphs>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Gill Sans Ultra Bold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holleville</dc:creator>
  <cp:lastModifiedBy>holleville</cp:lastModifiedBy>
  <cp:revision>4</cp:revision>
  <dcterms:created xsi:type="dcterms:W3CDTF">2026-07-20T11:31:13Z</dcterms:created>
  <dcterms:modified xsi:type="dcterms:W3CDTF">2026-07-20T12:06:05Z</dcterms:modified>
</cp:coreProperties>
</file>